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프레임 구조부터 동기화, 흐름 제어까지 통신 규약을 설계한다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Slave는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Slave별 1비트 마스크 — err_cnt가 임계치(FAULT_TH) 초과 시 해당 비트 set, 고장 Slave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PHY · Datalink · 프로토콜 정의</dc:title>
  <dc:subject>PptxGenJS Presentation</dc:subject>
  <dc:creator>PptxGenJS</dc:creator>
  <cp:lastModifiedBy>PptxGenJS</cp:lastModifiedBy>
  <cp:revision>1</cp:revision>
  <dcterms:created xsi:type="dcterms:W3CDTF">2026-06-21T16:04:43Z</dcterms:created>
  <dcterms:modified xsi:type="dcterms:W3CDTF">2026-06-21T16:04:43Z</dcterms:modified>
</cp:coreProperties>
</file>