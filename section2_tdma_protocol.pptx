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3선, 각 선은 단일 드라이버 단방향 — 슬레이브는 자신의 슬롯에만 TX 구동</a:t>
            </a:r>
            <a:endParaRPr lang="en-US" sz="20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280160"/>
            <a:ext cx="3566160" cy="29851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43384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20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42900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6542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20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6118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4830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Master는 매 사이클의 마지막 슬롯에서 sync 프레임을 전송, 이를 다음 사이클의 슬롯 계산 기준점으로 사용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½ guard tick 대기 → 데이터 전송 → ½ guard tick 대기 순으로 진행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침범을 방지</a:t>
            </a:r>
            <a:endParaRPr lang="en-US" sz="20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703320"/>
            <a:ext cx="8046720" cy="4823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58865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[½G·데이터·½G]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2026-06-21T09:05:04Z</dcterms:created>
  <dcterms:modified xsi:type="dcterms:W3CDTF">2026-06-21T09:05:04Z</dcterms:modified>
</cp:coreProperties>
</file>