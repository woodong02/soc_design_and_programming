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TDMA PHY · Datalink · 프로토콜 정의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프레임 구조부터 동기화, 흐름 제어까지 통신 규약을 설계한다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TDMA는 PHY와 DLL만 직접 정의한다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 풀스택의 한계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디바이스(센서·액추에이터) 레벨에서는 과도한 지연·오버헤드 유발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TDMA의 계층 단축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Application이 Data Link Layer에 직접 접근 → PHY, DLL 두 계층만 직접 정의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이후 PHY → DLL(프레임/MAC/Flow Control) 순으로 차례로 짚어나간다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 정의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연결 구조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단자 기반 공유 버스, Master 1 : Slave N (NODE_CNT)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라인 코딩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NRZ (Non-Return-to-Zero)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배선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 1선 + RX 1선 + 공통 GND = 3선 — Slave는 자신의 슬롯에만 TX 구동</a:t>
            </a:r>
            <a:endParaRPr lang="en-US" sz="1900" dirty="0"/>
          </a:p>
        </p:txBody>
      </p:sp>
      <p:pic>
        <p:nvPicPr>
          <p:cNvPr id="4" name="Image 0" descr="/home/user/SoC_Design_and_Programming/diagrams/phy_wir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0" y="1280160"/>
            <a:ext cx="3931920" cy="32912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663440" y="4644593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↔ Slave 1..N 공유 버스 배선 구조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Slave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 (총 50비트)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preamble(8, 0xAA) + slot_id(3) + payload(32)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SEC-DED 방식 — 1비트 에러는 검출 후 정정, 2비트 에러는 검출만 가능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slot_id의 의미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고유 식별자가 아니라 TDMA 슬롯 번호로 운용됨</a:t>
            </a:r>
            <a:endParaRPr lang="en-US" sz="1900" dirty="0"/>
          </a:p>
        </p:txBody>
      </p:sp>
      <p:pic>
        <p:nvPicPr>
          <p:cNvPr id="4" name="Image 0" descr="/home/user/SoC_Design_and_Programming/diagrams/slave_fra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24612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390083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 비트필드 (전송 순서: preamble → slot_id → payload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Master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preamble(8) + halt_cmd(8) + guard_ticks(10) + reserved(17)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Slave별 1비트 마스크 — err_cnt가 임계치(FAULT_TH) 초과 시 해당 비트 set, 고장 Slave 중단 명령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프레임과 동일한 SEC-DED 방식 적용</a:t>
            </a:r>
            <a:endParaRPr lang="en-US" sz="1900" dirty="0"/>
          </a:p>
        </p:txBody>
      </p:sp>
      <p:pic>
        <p:nvPicPr>
          <p:cNvPr id="4" name="Image 0" descr="/home/user/SoC_Design_and_Programming/diagrams/master_fra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38328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3799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프레임 비트필드 (전송 순서: preamble → halt_cmd → guard_ticks → reserved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MAC: 동기화와 타임슬롯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기준점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매 사이클 마지막 슬롯에서 전송한 sync를 다음 사이클 슬롯 계산 기준점으로 사용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내부 구조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½ guard tick 대기 → 데이터 전송 → ½ guard tick 대기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Guard Tick의 역할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인접 슬롯의 절반씩이 경계에서 맞물려 슬롯 침범 방지</a:t>
            </a:r>
            <a:endParaRPr lang="en-US" sz="1800" dirty="0"/>
          </a:p>
        </p:txBody>
      </p:sp>
      <p:pic>
        <p:nvPicPr>
          <p:cNvPr id="4" name="Image 0" descr="/home/user/SoC_Design_and_Programming/diagrams/slot_tim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2743200"/>
            <a:ext cx="6400800" cy="20818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4916533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→ [½G · 데이터 · ½G] × (Slot 0...N) → Sync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클럭 동기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Master·Slave는 클럭을 공유하지 않음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클럭 오차가 통신에 치명적인 방해 요인 — guard tick만으로는 누적 오차를 막을 수 없음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분주 클럭으로 동일 타이밍 가정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DIV 값을 AXI 레지스터로 설정, Master·Slave 양쪽에 동일한 DIV 값을 쓴다고 가정 — 분주 클럭은 메인 클럭 / (DIV + 1)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샘플링 방식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수신 샘플링은 비트 구간의 중간 지점에서 1회만 수행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Flow Control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1비트 에러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Hamming으로 정정하여 정상 데이터로 사용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2비트 에러 (정정 불가)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해당 프레임을 무효 처리하고 폐기, 이전 값 유지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Implicit Flow Control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명시적 재전송 요청(ARQ/NACK) 없음 — 다음 TDMA 사이클의 갱신 데이터를 기다림</a:t>
            </a:r>
            <a:endParaRPr lang="en-US" sz="2000" dirty="0"/>
          </a:p>
        </p:txBody>
      </p:sp>
      <p:pic>
        <p:nvPicPr>
          <p:cNvPr id="4" name="Image 0" descr="/home/user/SoC_Design_and_Programming/diagrams/flow_contro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3200400" cy="231960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TDMA PHY · Datalink · 프로토콜 정의</dc:title>
  <dc:subject>PptxGenJS Presentation</dc:subject>
  <dc:creator>PptxGenJS</dc:creator>
  <cp:lastModifiedBy>PptxGenJS</cp:lastModifiedBy>
  <cp:revision>1</cp:revision>
  <dcterms:created xsi:type="dcterms:W3CDTF">2026-06-21T16:15:01Z</dcterms:created>
  <dcterms:modified xsi:type="dcterms:W3CDTF">2026-06-21T16:15:01Z</dcterms:modified>
</cp:coreProperties>
</file>