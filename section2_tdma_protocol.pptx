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2. TDMA PHY · Datalink · 프로토콜 정의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OSI 7계층을 단축한 TDMA 자체 계층 구조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TDMA는 PHY와 DLL만 직접 정의한다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OSI 7계층 풀스택의 한계</a:t>
            </a:r>
            <a:endParaRPr lang="en-US" sz="20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필드 디바이스(센서·액추에이터) 레벨에서는 과도한 지연·오버헤드 유발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TDMA의 계층 단축</a:t>
            </a:r>
            <a:endParaRPr lang="en-US" sz="20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Application이 Data Link Layer에 직접 접근 → PHY, DLL 두 계층만 직접 정의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이후 PHY → DLL(프레임/MAC/Flow Control) 순으로 차례로 짚어나간다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PHY 정의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연결 구조</a:t>
            </a:r>
            <a:endParaRPr lang="en-US" sz="20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GPIO 단자 기반 직결 케이블, Master-Slave 1:1 토폴로지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라인 코딩</a:t>
            </a:r>
            <a:endParaRPr lang="en-US" sz="20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NRZ (Non-Return-to-Zero)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배선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TX 1선 + RX 1선 + 공통 GND = 3선, 각 선은 단일 드라이버 단방향</a:t>
            </a:r>
            <a:endParaRPr lang="en-US" sz="2000" dirty="0"/>
          </a:p>
        </p:txBody>
      </p:sp>
      <p:pic>
        <p:nvPicPr>
          <p:cNvPr id="4" name="Image 0" descr="/home/user/SoC_Design_and_Programming/diagrams/phy_wir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2377440"/>
            <a:ext cx="3657600" cy="11254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4632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↔ Slave TX/RX 배선 구조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DLL - Slave 프레임 구조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필드 구성 (총 50비트)</a:t>
            </a:r>
            <a:endParaRPr lang="en-US" sz="20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preamble(8, 0xAA) + slot_id(3) + payload(32) + hamming parity(7)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에러 검출/정정</a:t>
            </a:r>
            <a:endParaRPr lang="en-US" sz="20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SEC-DED 방식 — 1비트 에러는 검출 후 정정, 2비트 에러는 검출만 가능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slot_id의 의미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슬레이브 고유 식별자가 아니라 TDMA 슬롯 번호로 운용됨</a:t>
            </a:r>
            <a:endParaRPr lang="en-US" sz="2000" dirty="0"/>
          </a:p>
        </p:txBody>
      </p:sp>
      <p:pic>
        <p:nvPicPr>
          <p:cNvPr id="4" name="Image 0" descr="/home/user/SoC_Design_and_Programming/diagrams/slave_fra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429000"/>
            <a:ext cx="8046720" cy="5632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06542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 프레임 비트필드 (MSB 좌측, bit 49→0)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DLL - Master 프레임 구조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필드 구성</a:t>
            </a:r>
            <a:endParaRPr lang="en-US" sz="20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preamble(8) + halt_cmd(8) + guard_ticks(10) + reserved(17) + hamming parity(7)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halt_cmd</a:t>
            </a:r>
            <a:endParaRPr lang="en-US" sz="20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슬레이브별 1비트 마스크 — err_cnt가 임계치(FAULT_TH) 초과 시 해당 비트 set, 고장 슬레이브 중단 명령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에러 검출/정정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Slave 프레임과 동일한 SEC-DED 방식 적용</a:t>
            </a:r>
            <a:endParaRPr lang="en-US" sz="2000" dirty="0"/>
          </a:p>
        </p:txBody>
      </p:sp>
      <p:pic>
        <p:nvPicPr>
          <p:cNvPr id="4" name="Image 0" descr="/home/user/SoC_Design_and_Programming/diagrams/master_fra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611880"/>
            <a:ext cx="8046720" cy="5632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248302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 프레임 비트필드 (MSB 좌측, bit 49→0)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DLL - MAC: 동기화와 타임슬롯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Sync 전송</a:t>
            </a:r>
            <a:endParaRPr lang="en-US" sz="20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Master는 매 사이클의 마지막 슬롯에서 sync 프레임을 전송해 다음 사이클을 예고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슬롯 계산</a:t>
            </a:r>
            <a:endParaRPr lang="en-US" sz="20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Slave는 sync 수신 시점을 기준으로 자신의 슬롯 시작 시각을 계산 (슬롯 인덱스 × 슬롯 길이)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Guard Tick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슬롯 경계마다 여유 시간을 두어 인접 슬롯 침범을 방지</a:t>
            </a:r>
            <a:endParaRPr lang="en-US" sz="2000" dirty="0"/>
          </a:p>
        </p:txBody>
      </p:sp>
      <p:pic>
        <p:nvPicPr>
          <p:cNvPr id="4" name="Image 0" descr="/home/user/SoC_Design_and_Programming/diagrams/slot_tim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3611880"/>
            <a:ext cx="7863840" cy="6136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29871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슬롯/가드틱 타임라인 (Slot 0 ... Slot N → Sync)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DLL - Flow Control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02336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1비트 에러</a:t>
            </a:r>
            <a:endParaRPr lang="en-US" sz="20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Hamming으로 정정하여 정상 데이터로 사용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2비트 에러 (정정 불가)</a:t>
            </a:r>
            <a:endParaRPr lang="en-US" sz="20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해당 프레임을 무효 처리하고 폐기, 이전 값 유지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Implicit Flow Control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명시적 재전송 요청(ARQ/NACK) 없음 — 다음 TDMA 사이클의 갱신 데이터를 기다림</a:t>
            </a:r>
            <a:endParaRPr lang="en-US" sz="2000" dirty="0"/>
          </a:p>
        </p:txBody>
      </p:sp>
      <p:pic>
        <p:nvPicPr>
          <p:cNvPr id="4" name="Image 0" descr="/home/user/SoC_Design_and_Programming/diagrams/flow_contro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71600"/>
            <a:ext cx="3200400" cy="23196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TDMA PHY · Datalink · 프로토콜 정의</dc:title>
  <dc:subject>PptxGenJS Presentation</dc:subject>
  <dc:creator>PptxGenJS</dc:creator>
  <cp:lastModifiedBy>PptxGenJS</cp:lastModifiedBy>
  <cp:revision>1</cp:revision>
  <dcterms:created xsi:type="dcterms:W3CDTF">2026-06-21T08:40:04Z</dcterms:created>
  <dcterms:modified xsi:type="dcterms:W3CDTF">2026-06-21T08:40:04Z</dcterms:modified>
</cp:coreProperties>
</file>