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554480"/>
            <a:ext cx="8046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 PHY · Datalink · 프로토콜 정의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27889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OSI 7계층을 단축한 TDMA 자체 계층 구조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TDMA는 PHY와 DLL만 직접 정의한다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OSI 7계층 풀스택의 한계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디바이스(센서·액추에이터) 레벨에서는 과도한 지연·오버헤드 유발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TDMA의 계층 단축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Application이 Data Link Layer에 직접 접근 → PHY, DLL 두 계층만 직접 정의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이후 PHY → DLL(프레임/MAC/Flow Control) 순으로 차례로 짚어나간다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PHY 정의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연결 구조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 단자 기반 직결 케이블, Master-Slave 1:1 토폴로지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라인 코딩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NRZ (Non-Return-to-Zero)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배선</a:t>
            </a:r>
            <a:endParaRPr lang="en-US" sz="2000" dirty="0"/>
          </a:p>
          <a:p>
            <a:pPr lvl="1" marL="6858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TX 1선 + RX 1선 + 공통 GND = 3선. 각 선은 단일 드라이버 단방향, TX/RX 합쳐 반이중 통신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Slave 프레임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구성 (총 50비트)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preamble(8, 0xAA) + slot_id(3) + payload(32) + hamming parity(7)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 검출/정정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SEC-DED 방식 — 1비트 에러는 검출 후 정정, 2비트 에러는 검출만 가능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slot_id의 의미</a:t>
            </a:r>
            <a:endParaRPr lang="en-US" sz="2000" dirty="0"/>
          </a:p>
          <a:p>
            <a:pPr lvl="1" marL="6858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슬레이브 고유 식별자가 아니라 TDMA 슬롯 번호로 운용됨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Master 프레임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구성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preamble(8) + halt_cmd(8) + guard_ticks(10) + reserved(17) + hamming parity(7)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halt_cmd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슬레이브별 1비트 마스크 — err_cnt가 임계치(FAULT_TH) 초과 시 해당 비트 set, 고장 슬레이브 중단 명령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 검출/정정</a:t>
            </a:r>
            <a:endParaRPr lang="en-US" sz="2000" dirty="0"/>
          </a:p>
          <a:p>
            <a:pPr lvl="1" marL="6858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프레임과 동일한 SEC-DED 방식 적용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MAC: 동기화와 타임슬롯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Sync 전송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Master는 매 사이클의 마지막 슬롯에서 sync 프레임을 전송해 다음 사이클을 예고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 계산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각 Slave는 sync 수신 시점을 기준으로 자신의 슬롯 시작 시각을 계산 (슬롯 인덱스 × 슬롯 길이)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Guard Tick</a:t>
            </a:r>
            <a:endParaRPr lang="en-US" sz="2000" dirty="0"/>
          </a:p>
          <a:p>
            <a:pPr lvl="1" marL="6858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 경계마다 여유 시간을 두어 인접 슬롯 침범을 방지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Flow Control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1비트 에러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Hamming으로 정정하여 정상 데이터로 사용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2비트 에러 (정정 불가)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해당 프레임을 무효 처리하고 폐기, 이전 값 유지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Implicit Flow Control</a:t>
            </a:r>
            <a:endParaRPr lang="en-US" sz="2000" dirty="0"/>
          </a:p>
          <a:p>
            <a:pPr lvl="1" marL="6858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명시적 재전송 요청(ARQ/NACK) 없음 — 다음 TDMA 사이클의 갱신 데이터를 기다림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TDMA PHY · Datalink · 프로토콜 정의</dc:title>
  <dc:subject>PptxGenJS Presentation</dc:subject>
  <dc:creator>PptxGenJS</dc:creator>
  <cp:lastModifiedBy>PptxGenJS</cp:lastModifiedBy>
  <cp:revision>1</cp:revision>
  <dcterms:created xsi:type="dcterms:W3CDTF">2026-06-21T08:11:30Z</dcterms:created>
  <dcterms:modified xsi:type="dcterms:W3CDTF">2026-06-21T08:11:30Z</dcterms:modified>
</cp:coreProperties>
</file>