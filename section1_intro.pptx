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39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6718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55448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기반 Master-Slave 통신 SoC 구현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7889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Safety-Critical 통신을 위한 결정론적 시간 </a:t>
            </a:r>
            <a:r>
              <a:rPr 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분할</a:t>
            </a: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접근</a:t>
            </a:r>
            <a:endParaRPr lang="en-US" sz="2000" dirty="0">
              <a:solidFill>
                <a:srgbClr val="666666"/>
              </a:solidFill>
              <a:latin typeface="Noto Sans CJK KR" pitchFamily="34" charset="0"/>
              <a:ea typeface="Noto Sans CJK KR" pitchFamily="34" charset="-122"/>
              <a:cs typeface="Noto Sans CJK KR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B33BE6BC-3DD7-4F12-A357-5154787D8F69}"/>
              </a:ext>
            </a:extLst>
          </p:cNvPr>
          <p:cNvSpPr/>
          <p:nvPr/>
        </p:nvSpPr>
        <p:spPr>
          <a:xfrm>
            <a:off x="548640" y="3718346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r>
              <a:rPr lang="ko-KR" alt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조 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</a:t>
            </a:r>
            <a:r>
              <a:rPr lang="ko-KR" alt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정신수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</a:t>
            </a:r>
            <a:r>
              <a:rPr lang="ko-KR" alt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우동엽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2000" dirty="0">
              <a:solidFill>
                <a:srgbClr val="666666"/>
              </a:solidFill>
              <a:latin typeface="Noto Sans CJK KR" pitchFamily="34" charset="0"/>
              <a:ea typeface="Noto Sans CJK KR" pitchFamily="34" charset="-122"/>
              <a:cs typeface="Noto Sans CJK KR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왜 결정론적 통신이 필요한가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 err="1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RT·안전-critical</a:t>
            </a: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ko-KR" alt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</a:t>
            </a:r>
            <a:r>
              <a:rPr lang="en-US" sz="2000" dirty="0" err="1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시스템의</a:t>
            </a: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요구사항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예측 가능성(Predictability) — 시스템의 시간적 동작이 사전에 보장되어야 함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결정성(Determinism) — 메시지 수신 시점이 미리 알려져 있어야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사건 기반(Event-Triggered) 통신의 한계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충돌과 재전송으로 지연이 랜덤하게 변동 → 예측 불가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자동차·산업용 네트워크에서는 이 불확실성이 곧 안전 문제로 직결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해법: 시간을 나누어 전송한다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시간 슬롯 사전 할당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노드에 전용 시간 구간을 미리 배정 → 충돌이 원천적으로 발생하지 않음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메시지 지연이 통신 전에 이미 결정됨 (Bounded Latency)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(Time Division Multiple Access)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이러한 시간 분할 통신 방식을 지칭하는 용어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본 프로젝트의 목표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원리를 SoC 레벨에서 직접 구현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Master-Slave 구조로 시간 슬롯 동기화 및 통신 회로를 하드웨어로 설계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하드웨어 타이밍 제약 하에서 동작 검증 및 시연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이론상의 결정론적 통신이 실제 회로에서도 성립함을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169</Words>
  <Application>Microsoft Office PowerPoint</Application>
  <PresentationFormat>화면 슬라이드 쇼(16:9)</PresentationFormat>
  <Paragraphs>29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Noto Sans CJK KR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기반 Master-Slave 통신 SoC 구현</dc:title>
  <dc:subject>PptxGenJS Presentation</dc:subject>
  <dc:creator>PptxGenJS</dc:creator>
  <cp:lastModifiedBy>신수 정</cp:lastModifiedBy>
  <cp:revision>3</cp:revision>
  <dcterms:created xsi:type="dcterms:W3CDTF">2026-06-21T07:50:23Z</dcterms:created>
  <dcterms:modified xsi:type="dcterms:W3CDTF">2026-06-21T07:54:10Z</dcterms:modified>
</cp:coreProperties>
</file>