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9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557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기반 Master-Slave 통신 SoC 구현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Safety-Critical 통신을 위한 결정론적 시간 분할 접근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721608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9조 (정신수, 우동엽)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8046720" cy="774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11111"/>
                </a:solidFill>
                <a:latin typeface="Noto Sans CJK KR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8046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1.  프로젝트 소개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2.  TDMA PHY · Datalink · 프로토콜 정의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3.  Master / Slave 구현 사항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4.  TDMA 통신 시연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222222"/>
                </a:solidFill>
                <a:latin typeface="Noto Sans CJK KR"/>
              </a:rPr>
              <a:t>5. 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Noto Sans CJK KR"/>
              </a:rPr>
              <a:t>1. 프로젝트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11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66666"/>
                </a:solidFill>
                <a:latin typeface="Noto Sans CJK KR"/>
              </a:rPr>
              <a:t>왜 시간을 나누어 전송해야 하는지, 프로젝트의 목표를 짚는다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결정론적 통신이 필요한가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RT·안전-critical 통신 시스템의 요구사항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 가능성(Predictability) — 시스템의 시간적 동작이 사전에 보장되어야 함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결정성(Determinism) — 메시지 수신 시점이 미리 알려져 있어야 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기반(Event-Triggered) 통신의 한계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충돌과 재전송으로 지연이 랜덤하게 변동 → 예측 불가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자동차·산업용 네트워크에서는 이 불확실성이 곧 안전 문제로 직결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해법: 시간을 나누어 전송한다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슬롯 사전 할당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노드에 전용 시간 구간을 미리 배정 → 충돌이 원천적으로 발생하지 않음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메시지 지연이 통신 전에 이미 결정됨 (Bounded Latency)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(Time Division Multiple Access)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이러한 시간 분할 통신 방식을 지칭하는 용어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프로젝트의 목표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원리를 SoC 레벨에서 직접 구현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Master-Slave 구조로 시간 슬롯 동기화 및 통신 회로를 하드웨어로 설계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하드웨어 타이밍 제약 하에서 동작 검증 및 시연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이론상의 결정론적 통신이 실제 회로에서도 성립함을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TDMA PHY · Datalink · 프로토콜 정의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프레임 구조부터 동기화, 흐름 제어까지 통신 규약을 설계한다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TDMA는 PHY와 DLL만 직접 정의한다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OSI 7계층 풀스택의 한계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디바이스(센서·액추에이터) 레벨에서는 과도한 지연·오버헤드 유발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TDMA의 계층 단축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Application이 Data Link Layer에 직접 접근 → PHY, DLL 두 계층만 직접 정의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 PHY → DLL(프레임/MAC/Flow Control) 순으로 차례로 짚어나간다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 정의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 구조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 단자 기반 공유 버스, Master 1 : Slave N (NODE_CNT)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라인 코딩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NRZ (Non-Return-to-Zero)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배선</a:t>
            </a:r>
            <a:endParaRPr lang="en-US" sz="19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 1선 + RX 1선 + 공통 GND = 3선 — Slave는 자신의 슬롯에만 TX 구동</a:t>
            </a:r>
            <a:endParaRPr lang="en-US" sz="1900" dirty="0"/>
          </a:p>
        </p:txBody>
      </p:sp>
      <p:pic>
        <p:nvPicPr>
          <p:cNvPr id="4" name="Image 0" descr="/home/user/SoC_Design_and_Programming/diagrams/phy_wiring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63440" y="1280160"/>
            <a:ext cx="3931920" cy="32912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4644593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↔ Slave 1..N 공유 버스 배선 구조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Slave 프레임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구성 (총 50비트)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preamble(8, 0xAA) + slot_id(3) + payload(32) + hamming parity(7)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검출/정정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SEC-DED 방식 — 1비트 에러는 검출 후 정정, 2비트 에러는 검출만 가능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slot_id의 의미</a:t>
            </a:r>
            <a:endParaRPr lang="en-US" sz="19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고유 식별자가 아니라 TDMA 슬롯 번호로 운용됨</a:t>
            </a:r>
            <a:endParaRPr lang="en-US" sz="1900" dirty="0"/>
          </a:p>
        </p:txBody>
      </p:sp>
      <p:pic>
        <p:nvPicPr>
          <p:cNvPr id="4" name="Image 0" descr="/home/user/SoC_Design_and_Programming/diagrams/slave_fram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3246120"/>
            <a:ext cx="804672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0083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프레임 비트필드 (전송 순서: preamble → slot_id → payload → hamming)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Master 프레임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구성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preamble(8) + halt_cmd(8) + guard_ticks(10) + reserved(17) + hamming parity(7)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halt_cmd</a:t>
            </a:r>
            <a:endParaRPr lang="en-US" sz="1900" dirty="0"/>
          </a:p>
          <a:p>
            <a:pPr marL="685800" lvl="1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Slave별 1비트 마스크 — err_cnt가 임계치(FAULT_TH) 초과 시 해당 비트 set, 고장 Slave 중단 명령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검출/정정</a:t>
            </a:r>
            <a:endParaRPr lang="en-US" sz="1900" dirty="0"/>
          </a:p>
          <a:p>
            <a:pPr marL="685800" lvl="1" indent="-342900"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프레임과 동일한 SEC-DED 방식 적용</a:t>
            </a:r>
            <a:endParaRPr lang="en-US" sz="1900" dirty="0"/>
          </a:p>
        </p:txBody>
      </p:sp>
      <p:pic>
        <p:nvPicPr>
          <p:cNvPr id="4" name="Image 0" descr="/home/user/SoC_Design_and_Programming/diagrams/master_fram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3383280"/>
            <a:ext cx="804672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3799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프레임 비트필드 (전송 순서: preamble → halt_cmd → guard_ticks → reserved → hamming)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MAC: 동기화와 타임슬롯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Sync 기준점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매 사이클 마지막 슬롯에서 전송한 sync를 다음 사이클 슬롯 계산 기준점으로 사용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내부 구조</a:t>
            </a:r>
            <a:endParaRPr lang="en-US" sz="18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½ guard tick 대기 → 데이터 전송 → ½ guard tick 대기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 Tick의 역할</a:t>
            </a:r>
            <a:endParaRPr lang="en-US" sz="18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인접 슬롯의 절반씩이 경계에서 맞물려 슬롯 침범 방지</a:t>
            </a:r>
            <a:endParaRPr lang="en-US" sz="1800" dirty="0"/>
          </a:p>
        </p:txBody>
      </p:sp>
      <p:pic>
        <p:nvPicPr>
          <p:cNvPr id="4" name="Image 0" descr="/home/user/SoC_Design_and_Programming/diagrams/slot_timelin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67189" y="3520943"/>
            <a:ext cx="4009622" cy="1304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916533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Sync → [½G · 데이터 · ½G] × (Slot 0...N) → Sync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클럭 동기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Master·Slave는 클럭을 공유하지 않음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클럭 오차가 통신에 치명적인 방해 요인 — guard tick만으로는 누적 오차를 막을 수 없음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분주 클럭으로 동일 타이밍 가정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DIV 값을 AXI 레지스터로 설정, Master·Slave 양쪽에 동일한 DIV 값을 쓴다고 가정 — 분주 클럭은 메인 클럭 / (DIV + 1)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샘플링 방식</a:t>
            </a:r>
            <a:endParaRPr lang="en-US" sz="2000" dirty="0"/>
          </a:p>
          <a:p>
            <a:pPr marL="685800" lvl="1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수신 샘플링은 비트 구간의 중간 지점에서 1회만 수행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Flow Control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1비트 에러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Hamming으로 정정하여 정상 데이터로 사용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2비트 에러 (정정 불가)</a:t>
            </a:r>
            <a:endParaRPr lang="en-US" sz="2000" dirty="0"/>
          </a:p>
          <a:p>
            <a:pPr marL="685800" lvl="1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해당 프레임을 무효 처리하고 폐기, 이전 값 유지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Implicit Flow Control</a:t>
            </a:r>
            <a:endParaRPr lang="en-US" sz="2000" dirty="0"/>
          </a:p>
          <a:p>
            <a:pPr marL="685800" lvl="1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명시적 재전송 요청(ARQ/NACK) 없음 — 다음 TDMA 사이클의 갱신 데이터를 기다림</a:t>
            </a:r>
            <a:endParaRPr lang="en-US" sz="2000" dirty="0"/>
          </a:p>
        </p:txBody>
      </p:sp>
      <p:pic>
        <p:nvPicPr>
          <p:cNvPr id="4" name="Image 0" descr="/home/user/SoC_Design_and_Programming/diagrams/flow_control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29200" y="1371600"/>
            <a:ext cx="3200400" cy="23196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Master / Slave 구현 사항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하드웨어 블록 구성부터 고장 처리 로직까지 구현 세부사항을 짚는다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전체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장치 · PS · PL(Master IP 포함) · GPIO 네 영역으로 구성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GPIO를 통해 Slave와 TX/RX 시리얼로 연결 — 이후 슬라이드에서 블록을 하나씩 확대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aster_overview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2267340"/>
            <a:ext cx="8046720" cy="2186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GPIO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GND / RX 포트 / TX 포트로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TX·RX는 PL(Master IP)과 Slave 사이를 잇는 물리 연결 — 외부 장치-PS-PL 경로와는 분리된 통신 채널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m_gpio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46320" y="1916974"/>
            <a:ext cx="3749040" cy="16067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PS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테스트 장치에서 초깃값을 입력받아 Master를 초기 구동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구동 중인 Master 값을 레지스터로 읽고, Master가 발생시키는 인터럽트를 수신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_ps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03179" y="2092173"/>
            <a:ext cx="6937641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PL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 · 푸시버튼 · DIP 스위치 · 7-seg와 Master IP로 보드 자체의 입출력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LED는 RX/TX 이진 신호를 그대로 받아 통신 상태를 표시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DIP 스위치·7-seg는 슬롯별 통신 상태와 수신 데이터를 출력 — Master IP가 이들을 조율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m_pl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46320" y="1653968"/>
            <a:ext cx="3749040" cy="21327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- Master IP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PS에서 설정값을 받아 동기 메시지를 송신, 각 Slave의 응답을 수신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에러·데이터 전송 여부·형식·슬롯 침범 여부를 확인해 내부에서 고장 처리 후 PS에 보고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m_masterip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2622447"/>
            <a:ext cx="8046720" cy="18371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전체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 · PL(Slave IP 포함) 두 영역으로 구성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GPIO를 통해 Master와 TX/RX 시리얼로 연결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slave_overview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36404" y="1988821"/>
            <a:ext cx="7871192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GPIO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GND / RX 포트 / TX 포트로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RX·TX는 LED에 직결되어 통신 상태를 표시 (Master와 표현 통일)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s_gpio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46320" y="1618103"/>
            <a:ext cx="3749040" cy="22044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PL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LED와 Slave IP로 구성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구조는 단순하지만 일관성을 위해 동일하게 확대해서 표시</a:t>
            </a:r>
            <a:endParaRPr lang="en-US" sz="1800" dirty="0"/>
          </a:p>
        </p:txBody>
      </p:sp>
      <p:pic>
        <p:nvPicPr>
          <p:cNvPr id="4" name="Image 0" descr="/home/user/SoC_Design_and_Programming/diagrams/section3/zoom/s_pl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46320" y="1484484"/>
            <a:ext cx="3749040" cy="24717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- Slave IP 확대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동기 메시지를 받으면 자신의 슬롯 시간대를 계산해 적시에 메시지를 전송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송신 중단을 명령하면 송신을 중지하는 등 고장 처리를 수행</a:t>
            </a:r>
            <a:endParaRPr lang="en-US" sz="1700" dirty="0"/>
          </a:p>
        </p:txBody>
      </p:sp>
      <p:pic>
        <p:nvPicPr>
          <p:cNvPr id="4" name="Image 0" descr="/home/user/SoC_Design_and_Programming/diagrams/section3/zoom/s_slaveip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2055" y="2400300"/>
            <a:ext cx="7653626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멀티 슬롯 시뮬레이션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통신 시연에서는 하나의 물리 시퀀서가 8개의 슬롯(슬롯 인덱스 0~7)을 순차 처리 — 슬롯 위치가 식별자 역할을 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슬롯은 자신의 타임슬롯에서 자신의 payload를 전송 (슬롯별 절대 타겟 틱을 기준으로 순회)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0~5는 AXI 레지스터, 슬롯 6~7은 외부 PL 버스에서 payload를 가져옴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시연에서는 버튼으로 payload 값을 바꾸고, 변경된 값이 Master에서 정확히 수신되는지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payload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payload 레지스터는 리셋 시 0으로 초기화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버튼을 누를 때마다 슬롯별로 정해진 값만큼 증가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8046720" cy="914400"/>
        </p:xfrm>
        <a:graphic>
          <a:graphicData uri="http://schemas.openxmlformats.org/drawingml/2006/table">
            <a:tbl>
              <a:tblPr/>
              <a:tblGrid>
                <a:gridCol w="89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슬롯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0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3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5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7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증가량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+8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+16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+32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+64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+128</a:t>
                      </a:r>
                      <a:endParaRPr lang="en-US" sz="140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고장 처리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슬롯별 4가지 카운터(preamble_err_cnt, slot_timeout_cnt, hamming_err_cnt, silent_cnt)로 임계치 기반 고장 판정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slot_timeout_cnt는 심각한 타이밍/주소 불일치 시 즉시 255로 saturate, 약한 가드 경계 오류 시 +6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판정 임곗값(FAULT_TH, SILENT_TH)은 PS가 AXI 레지스터로 설정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(preamble_err_cnt + slot_timeout_cnt + hamming_err_cnt) &gt; FAULT_TH 이면 halt_cmd=1 → 동기 프레임에 실어 전송 (silent_cnt는 표시용으로 합산에서 제외)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Master의 고장 처리 흐름도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슬롯마다 프리앰블 → Hamming → 타이밍(clk_cnt/slot 비교) 순으로 검사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단계의 오류는 해당 카운터를 증가시킴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누적합이 FAULT_TH를 넘으면 halt_cmd=1, 이후 카운터는 동결됨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halt_cmd는 리셋 전까지 유지되며, 취소 경로는 없음</a:t>
            </a:r>
            <a:endParaRPr lang="en-US" sz="1600" dirty="0"/>
          </a:p>
        </p:txBody>
      </p:sp>
      <p:pic>
        <p:nvPicPr>
          <p:cNvPr id="4" name="Image 0" descr="/home/user/SoC_Design_and_Programming/diagrams/section3/zoom/master_fault_flow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60418" y="2491740"/>
            <a:ext cx="6999932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Slave의 고장 처리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broadcast 프레임의 halt_cmd 필드를 수신하면 해당 슬롯은 송신 중단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Master가 다음 broadcast에서 해당 비트를 0으로 보내면 다음 사이클부터 자동으로 재개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자체 감지 고장(tx_overlap, slot_timing_invalid, pl_payload6/7_invalid, rx_ham_2bit)은 플래그로 누적되어 인터럽트 신호만 발생, 별도 조치는 없음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Noto Sans CJK KR"/>
              </a:rPr>
              <a:t>4. TDMA 통신 시연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111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66666"/>
                </a:solidFill>
                <a:latin typeface="Noto Sans CJK KR"/>
              </a:rPr>
              <a:t>실제 보드에서 TDMA 통신이 동작하는 과정을 시연한다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Noto Sans CJK K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11111"/>
                </a:solidFill>
                <a:latin typeface="Noto Sans CJK KR"/>
              </a:rPr>
              <a:t>5.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999999"/>
                </a:solidFill>
                <a:latin typeface="Noto Sans CJK K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1404</Words>
  <Application>Microsoft Office PowerPoint</Application>
  <PresentationFormat>화면 슬라이드 쇼(16:9)</PresentationFormat>
  <Paragraphs>191</Paragraphs>
  <Slides>31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Noto Sans CJK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TDMA 기반 Master-Slave 통신 SoC 구현</dc:title>
  <dc:subject>PptxGenJS Presentation</dc:subject>
  <dc:creator>PptxGenJS</dc:creator>
  <cp:lastModifiedBy>신수 정</cp:lastModifiedBy>
  <cp:revision>2</cp:revision>
  <dcterms:created xsi:type="dcterms:W3CDTF">2026-06-22T03:25:17Z</dcterms:created>
  <dcterms:modified xsi:type="dcterms:W3CDTF">2026-06-22T03:28:49Z</dcterms:modified>
</cp:coreProperties>
</file>