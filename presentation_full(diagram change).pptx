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60" r:id="rId3"/>
    <p:sldId id="261" r:id="rId4"/>
    <p:sldId id="257" r:id="rId5"/>
    <p:sldId id="258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1329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분할 접근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216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9조 (정신수, 우동엽)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 통신 시스템의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marL="685800" lvl="1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marL="685800" lvl="1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marL="685800" lvl="1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marL="685800" lvl="1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marL="685800" lvl="1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marL="685800" lvl="1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48640" y="3772716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42742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marL="685800" lvl="1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marL="685800" lvl="1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marL="685800" lvl="1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48640" y="3756355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411065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marL="685800" lvl="1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34997" y="3434951"/>
            <a:ext cx="4274005" cy="13901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marL="685800" lvl="1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marL="685800" lvl="1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48640" y="2355513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레지스터로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03179" y="2076994"/>
            <a:ext cx="6937641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91490" y="2516116"/>
            <a:ext cx="8046720" cy="20527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36404" y="1988821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08448" y="228600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Hamming → 타이밍(clk_cnt/slot 비교)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11956" y="2491740"/>
            <a:ext cx="6377239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1389</Words>
  <Application>Microsoft Office PowerPoint</Application>
  <PresentationFormat>화면 슬라이드 쇼(16:9)</PresentationFormat>
  <Paragraphs>190</Paragraphs>
  <Slides>31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4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2</cp:revision>
  <dcterms:created xsi:type="dcterms:W3CDTF">2026-06-22T05:09:45Z</dcterms:created>
  <dcterms:modified xsi:type="dcterms:W3CDTF">2026-06-22T05:32:46Z</dcterms:modified>
</cp:coreProperties>
</file>