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60" r:id="rId11"/>
    <p:sldId id="261" r:id="rId1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9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8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분할</a:t>
            </a: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33BE6BC-3DD7-4F12-A357-5154787D8F69}"/>
              </a:ext>
            </a:extLst>
          </p:cNvPr>
          <p:cNvSpPr/>
          <p:nvPr/>
        </p:nvSpPr>
        <p:spPr>
          <a:xfrm>
            <a:off x="548640" y="371834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r>
              <a:rPr lang="ko-KR" alt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 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정신수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우동엽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</a:t>
            </a: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요구사항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왜 시간을 나누어 전송해야 하는지, 프로젝트의 목표를 짚는다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클럭 동기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오차가 통신에 치명적인 방해 요인 — guard tick만으로는 누적 오차를 막을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클럭으로 동일 타이밍 가정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설정, Master·Slave 양쪽에 동일한 DIV 값을 쓴다고 가정 — 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샘플링 방식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실제 보드에서 TDMA 통신이 동작하는 과정을 시연한다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화면 슬라이드 쇼(16:9)</PresentationFormat>
  <Paragraphs>29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신수 정</cp:lastModifiedBy>
  <cp:revision>3</cp:revision>
  <dcterms:created xsi:type="dcterms:W3CDTF">2026-06-21T07:50:23Z</dcterms:created>
  <dcterms:modified xsi:type="dcterms:W3CDTF">2026-06-21T07:54:10Z</dcterms:modified>
</cp:coreProperties>
</file>