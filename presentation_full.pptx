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60" r:id="rId11"/>
    <p:sldId id="261" r:id="rId12"/>
    <p:sldId id="257" r:id="rId3"/>
    <p:sldId id="258" r:id="rId4"/>
    <p:sldId id="259" r:id="rId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39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718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분할</a:t>
            </a: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접근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33BE6BC-3DD7-4F12-A357-5154787D8F69}"/>
              </a:ext>
            </a:extLst>
          </p:cNvPr>
          <p:cNvSpPr/>
          <p:nvPr/>
        </p:nvSpPr>
        <p:spPr>
          <a:xfrm>
            <a:off x="548640" y="3718346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r>
              <a:rPr lang="ko-KR" alt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 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정신수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우동엽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ko-KR" alt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</a:t>
            </a: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요구사항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774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Noto Sans CJK KR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1.  프로젝트 소개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2.  TDMA PHY · Datalink · 프로토콜 정의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3.  Master / Slave 구현 사항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4.  TDMA 통신 시연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5. 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1.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왜 시간을 나누어 전송해야 하는지, 프로젝트의 목표를 짚는다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프레임 구조부터 동기화, 흐름 제어까지 통신 규약을 설계한다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하드웨어 블록 구성부터 고장 처리 로직까지 구현 세부사항을 짚는다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실제 보드에서 TDMA 통신이 동작하는 과정을 시연한다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169</Words>
  <Application>Microsoft Office PowerPoint</Application>
  <PresentationFormat>화면 슬라이드 쇼(16:9)</PresentationFormat>
  <Paragraphs>29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Noto Sans CJK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신수 정</cp:lastModifiedBy>
  <cp:revision>3</cp:revision>
  <dcterms:created xsi:type="dcterms:W3CDTF">2026-06-21T07:50:23Z</dcterms:created>
  <dcterms:modified xsi:type="dcterms:W3CDTF">2026-06-21T07:54:10Z</dcterms:modified>
</cp:coreProperties>
</file>