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9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6718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분할</a:t>
            </a: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접근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33BE6BC-3DD7-4F12-A357-5154787D8F69}"/>
              </a:ext>
            </a:extLst>
          </p:cNvPr>
          <p:cNvSpPr/>
          <p:nvPr/>
        </p:nvSpPr>
        <p:spPr>
          <a:xfrm>
            <a:off x="548640" y="3718346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r>
              <a:rPr lang="ko-KR" alt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조 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정신수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</a:t>
            </a:r>
            <a:r>
              <a:rPr lang="ko-KR" altLang="en-US" sz="2000" dirty="0" err="1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우동엽</a:t>
            </a:r>
            <a:r>
              <a:rPr lang="en-US" altLang="ko-KR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2000" dirty="0">
              <a:solidFill>
                <a:srgbClr val="666666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</a:t>
            </a:r>
            <a:r>
              <a:rPr lang="en-US" sz="2000" dirty="0" err="1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</a:t>
            </a: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요구사항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7계층을 단축한 TDMA 자체 계층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슬레이브는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슬레이브별 1비트 마스크 — err_cnt가 임계치(FAULT_TH) 초과 시 해당 비트 set, 고장 슬레이브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169</Words>
  <Application>Microsoft Office PowerPoint</Application>
  <PresentationFormat>화면 슬라이드 쇼(16:9)</PresentationFormat>
  <Paragraphs>29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신수 정</cp:lastModifiedBy>
  <cp:revision>3</cp:revision>
  <dcterms:created xsi:type="dcterms:W3CDTF">2026-06-21T07:50:23Z</dcterms:created>
  <dcterms:modified xsi:type="dcterms:W3CDTF">2026-06-21T07:54:10Z</dcterms:modified>
</cp:coreProperties>
</file>