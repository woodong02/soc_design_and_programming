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분할 접근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7216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9조 (정신수, 우동엽)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 통신 시스템의 요구사항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왜 시간을 나누어 전송해야 하는지, 프로젝트의 목표를 짚는다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클럭 동기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오차가 통신에 치명적인 방해 요인 — guard tick만으로는 누적 오차를 막을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클럭으로 동일 타이밍 가정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설정, Master·Slave 양쪽에 동일한 DIV 값을 쓴다고 가정 — 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샘플링 방식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레지스터로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03179" y="1783080"/>
            <a:ext cx="6937641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236081"/>
            <a:ext cx="8046720" cy="183719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Hamming → 타이밍(clk_cnt/slot 비교)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72034" y="1920240"/>
            <a:ext cx="6999932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실제 보드에서 TDMA 통신이 동작하는 과정을 시연한다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PptxGenJS</cp:lastModifiedBy>
  <cp:revision>1</cp:revision>
  <dcterms:created xsi:type="dcterms:W3CDTF">2026-06-22T03:25:17Z</dcterms:created>
  <dcterms:modified xsi:type="dcterms:W3CDTF">2026-06-22T03:25:17Z</dcterms:modified>
</cp:coreProperties>
</file>