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3-2. 내부 동작 검증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소스코드 기반으로 다중 슬롯·페이로드·동기화·고장처리 동작을 확인한다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멀티 슬롯 시뮬레이션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하나의 물리 시퀀서가 마스터 사이클마다 8개의 고정 슬롯을 순차 처리 — 슬롯 위치 번호(0~7)가 식별자 역할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i_CFG_ACTIVE_SLOT[7:0] 비트마스크로 슬롯별 활성/비활성 결정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payload 출처가 분리됨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0~5: AXI 레지스터, 슬롯 6~7: 외부 PL 버스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인덱스가 프레임에 {slot_id, payload} 형태로 직접 포함됨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순회 타이밍과 한계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sync_pulse를 기준으로 8개 슬롯의 절대 타겟 틱을 계산 (slave_timing_scheduler)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시퀀서 FSM이 슬롯 0→7 순서로 순회하며, 각 슬롯의 타겟 시각에 도달하면 TX 발행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3비트 slot_id 필드 폭의 구조적 한계로 최대 8개로 고정 — 파라미터로 늘릴 수 없음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합성 가능한 RTL로 구현됨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 기반 Payload 생성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20ms 주기로 샘플링, HIGH→LOW 디바운스 펄스를 검출했을 때만 1회 증가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증가량은 정확히 2^slot_id — 8개의 독립된 32비트 레지스터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383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32비트 payload는 프레임 내부에서 {slot_id(3bit) + payload(32bit)}로 결합된 뒤 Hamming 인코딩되어 50비트 프레임으로 전송됨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수신 및 검증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디코딩된 payload가 슬롯별로 slot_out0~7 레지스터에 저장됨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스위치로 원하는 슬롯을 선택해 7-세그먼트에 표시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테스트벤치(tb_btn_payload_ctrl.v, tb_btn_slave_master_comm.v)로 검증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버튼→슬레이브→마스터 전체 경로에서 n_press × {1,2,4,...,128}이 정확히 일치함을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분리와 분주비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클럭선을 공유하지 않음 — 데이터선(TX/RX 1비트)만 연결, 각자 로컬 클럭에서 분주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분주비 DIV는 AXI 레지스터로 런타임에 소프트웨어가 설정 (하드코딩된 기본값 없음)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 양쪽에 동일한 DIV 값으로 설정한다고 가정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구간 = DIV + 1 클럭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비트 샘플링과 한계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매 비트 구간의 중간 지점에서 정확히 1회만 샘플링 — 오버샘플링·다수결 방식이 아님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에지 검출은 프레임 시작(프리앰블)에만 사용되어 동기를 재정렬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비트들은 순수 카운터 기반으로 진행 — 비트마다 재동기하지 않음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한계: guard_ticks는 슬롯 경계 여유 파라미터일 뿐, 비트 단위 클럭 드리프트 허용치를 정량화·보장하는 코드는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진단과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Master는 슬롯별로 4개의 임계값 카운터(preamble_err_cnt, slot_timeout_cnt, hamming_err_cnt, silent_cnt)와 조합논리로 고장을 진단함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80467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023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고장 유형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처리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프리앰블 불일치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preamble_err_cnt +6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심각한 타이밍 오류 (데이터 윈도우 중 수신/슬롯 불일치)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slot_timeout_cnt 즉시 255로 saturate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약한 타이밍 오류 (가드 경계 수신)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slot_timeout_cnt +6 (없으면 매 사이클 -1로 감쇠)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Hamming 1비트 정정 가능 오류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데이터는 정정 수용, hamming_err_cnt +4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Hamming 2비트 정정 불가 오류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프레임 폐기(이전 값 유지), hamming_err_cnt +8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무응답 (silent)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silent_cnt +6 — 표시만 하고 halt_cmd 판정에는 미포함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종합 판정과 halt_cmd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해당 슬롯 halt_cmd = 1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silent_cnt는 이 종합 판정에서 제외됨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 = 1이 된 슬롯은 이후 카운터가 동결됨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브로드캐스트 프레임에 halt_cmd를 실어 모든 Slave에 전송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측 처리와 모델 차이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 수신 시 해당 슬롯을 active_slot에서 제외 — 그 슬롯의 TX 자체가 발행되지 않음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자체 감지 고장: tx_overlap, slot_timing_invalid, pl_payload6/7_invalid, rx_ham_2bit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처리: sticky W1C 플래그 설정 + PS에 인터럽트(o_irq) — PS가 직접 클리어해야 함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자체 감지 고장은 보고만 하고 자동 셧다운하지 않음 — 능동적 송신 중단은 halt_cmd 수신 시뿐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Master(누적-임계치 err_cnt/FAULT_TH 모델) ↔ Slave(상태없는 sticky 이벤트 플래그 모델) — 공유되는 건 halt_cmd/broadcast_halt_mask 8비트뿐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/ Slave 내부 동작 검증</dc:title>
  <dc:subject>PptxGenJS Presentation</dc:subject>
  <dc:creator>PptxGenJS</dc:creator>
  <cp:lastModifiedBy>PptxGenJS</cp:lastModifiedBy>
  <cp:revision>1</cp:revision>
  <dcterms:created xsi:type="dcterms:W3CDTF">2026-06-21T14:29:07Z</dcterms:created>
  <dcterms:modified xsi:type="dcterms:W3CDTF">2026-06-21T14:29:07Z</dcterms:modified>
</cp:coreProperties>
</file>