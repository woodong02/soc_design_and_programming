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3-2. 내부 동작 검증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소스코드 기반으로 다중 슬롯·페이로드·동기화·고장처리 동작을 확인한다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Slave의 멀티 슬롯 시뮬레이션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통신 시연에서는 하나의 물리 시퀀서가 8개의 슬롯(슬롯 인덱스 0~7)을 순차 처리 — 슬롯 위치가 식별자 역할을 함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슬롯은 자신의 타임슬롯에서 자신의 payload를 전송 (슬롯별 절대 타겟 틱을 기준으로 순회)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슬롯 0~5는 AXI 레지스터, 슬롯 6~7은 외부 PL 버스에서 payload를 가져옴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시연에서는 버튼으로 payload 값을 바꾸고, 변경된 값이 Master에서 정확히 수신되는지 확인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Slave의 payload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payload 레지스터는 리셋 시 0으로 초기화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버튼의 디바운스된 단발 펄스마다 슬롯별로 정해진 값만큼 증가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8046720" cy="914400"/>
        </p:xfrm>
        <a:graphic>
          <a:graphicData uri="http://schemas.openxmlformats.org/drawingml/2006/table">
            <a:tbl>
              <a:tblPr/>
              <a:tblGrid>
                <a:gridCol w="894080"/>
                <a:gridCol w="894080"/>
                <a:gridCol w="894080"/>
                <a:gridCol w="894080"/>
                <a:gridCol w="894080"/>
                <a:gridCol w="894080"/>
                <a:gridCol w="894080"/>
                <a:gridCol w="894080"/>
                <a:gridCol w="894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슬롯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0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7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증가량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+1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+2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+4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+8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+16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+32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+64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+128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383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32비트 payload는 프레임 내부에서 {slot_id(3bit) + payload(32bit)}로 결합된 뒤 Hamming 인코딩되어 50비트 프레임으로 전송됨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클럭 동기의 어려움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Master·Slave는 클럭을 공유하지 않음 — 클럭 오차가 통신에 치명적인 방해 요인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DIV 값을 AXI 레지스터로 설정해 클럭을 분주, Master·Slave 양쪽에 동일한 DIV 값을 쓴다고 가정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분주된 비트 구간은 Master가 DIV 클럭, Slave가 (DIV+1) 클럭으로 1클럭만큼 비대칭 — 동일 DIV를 가정해도 실제 주파수는 정확히 같지 않음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수신 샘플링은 비트 구간의 중간 지점에서 1회만 수행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Master의 고장 처리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슬롯별 4가지 카운터(preamble_err_cnt, slot_timeout_cnt, hamming_err_cnt, silent_cnt)로 임계치 기반 고장 판정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slot_timeout_cnt는 심각한 타이밍/주소 불일치 시 즉시 255로 saturate, 약한 가드 경계 오류 시 +6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판정 임곗값(FAULT_TH, SILENT_TH)은 PS가 AXI 레지스터로 설정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(preamble_err_cnt + slot_timeout_cnt + hamming_err_cnt) &gt; FAULT_TH 이면 halt_cmd=1 → 동기 프레임에 실어 전송 (silent_cnt는 표시용으로 합산에서 제외)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고장 처리 흐름도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33832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슬롯마다 프리앰블 → 타이밍 → Hamming 순으로 검사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단계의 오류는 해당 카운터를 증가시킴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누적합이 FAULT_TH를 넘으면 halt_cmd=1, 이후 카운터는 동결됨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halt_cmd는 리셋 전까지 유지되며, 취소 경로는 없음</a:t>
            </a:r>
            <a:endParaRPr lang="en-US" sz="1600" dirty="0"/>
          </a:p>
        </p:txBody>
      </p:sp>
      <p:pic>
        <p:nvPicPr>
          <p:cNvPr id="4" name="Image 0" descr="/home/user/SoC_Design_and_Programming/diagrams/section3/zoom/master_fault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43658" y="1097280"/>
            <a:ext cx="1205725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Slave의 고장 처리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broadcast 프레임의 halt_cmd(halt_mask) 필드를 수신하면 해당 슬롯을 active_slot에서 제외 → 그 슬롯의 TX가 발행되지 않음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Master가 다음 broadcast에서 해당 비트를 0으로 보내면 다음 사이클부터 자동으로 재개 — Slave 쪽에서 재시작을 요청하는 로직은 없음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자체 감지 고장(tx_overlap, slot_timing_invalid, pl_payload6/7_invalid, rx_ham_2bit)은 sticky 플래그로 누적되어 PS에 인터럽트만 발생, 자동 셧다운은 하지 않음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halt 흐름도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33832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broadcast에서 halt_mask 추출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슬롯 시퀀서가 active_slot에서 halt된 슬롯을 제외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해당 슬롯은 TX를 발행하지 않음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Master가 비트를 다시 0으로 보내면 자동 재개</a:t>
            </a:r>
            <a:endParaRPr lang="en-US" sz="1600" dirty="0"/>
          </a:p>
        </p:txBody>
      </p:sp>
      <p:pic>
        <p:nvPicPr>
          <p:cNvPr id="4" name="Image 0" descr="/home/user/SoC_Design_and_Programming/diagrams/section3/zoom/slave_halt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08052" y="1097280"/>
            <a:ext cx="876936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/ Slave 내부 동작 검증</dc:title>
  <dc:subject>PptxGenJS Presentation</dc:subject>
  <dc:creator>PptxGenJS</dc:creator>
  <cp:lastModifiedBy>PptxGenJS</cp:lastModifiedBy>
  <cp:revision>1</cp:revision>
  <dcterms:created xsi:type="dcterms:W3CDTF">2026-06-21T14:46:12Z</dcterms:created>
  <dcterms:modified xsi:type="dcterms:W3CDTF">2026-06-21T14:46:12Z</dcterms:modified>
</cp:coreProperties>
</file>