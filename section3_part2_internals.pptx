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3-2. 내부 동작 검증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소스코드 기반으로 다중 슬롯·페이로드·동기화·고장처리 동작을 확인한다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버튼의 디바운스된 단발 펄스마다 슬롯별로 정해진 값만큼 증가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32비트 payload는 프레임 내부에서 {slot_id(3bit) + payload(32bit)}로 결합된 뒤 Hamming 인코딩되어 50비트 프레임으로 전송됨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분주된 비트 구간은 Master가 DIV 클럭, Slave가 (DIV+1) 클럭으로 1클럭만큼 비대칭 — 동일 DIV를 가정해도 실제 주파수는 정확히 같지 않음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halt_cmd(halt_mask) 필드를 수신하면 해당 슬롯을 active_slot에서 제외 → 그 슬롯의 TX가 발행되지 않음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 — Slave 쪽에서 재시작을 요청하는 로직은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sticky 플래그로 누적되어 PS에 인터럽트만 발생, 자동 셧다운은 하지 않음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halt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broadcast에서 halt_mask 추출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시퀀서가 active_slot에서 halt된 슬롯을 제외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슬롯은 TX를 발행하지 않음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비트를 다시 0으로 보내면 자동 재개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slave_ha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291598"/>
            <a:ext cx="8046720" cy="19090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내부 동작 검증</dc:title>
  <dc:subject>PptxGenJS Presentation</dc:subject>
  <dc:creator>PptxGenJS</dc:creator>
  <cp:lastModifiedBy>PptxGenJS</cp:lastModifiedBy>
  <cp:revision>1</cp:revision>
  <dcterms:created xsi:type="dcterms:W3CDTF">2026-06-21T14:56:49Z</dcterms:created>
  <dcterms:modified xsi:type="dcterms:W3CDTF">2026-06-21T14:56:49Z</dcterms:modified>
</cp:coreProperties>
</file>