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Master / Slave 블록도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보드 내부 구조를 단계적으로 확대해서 살펴본다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전체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장치 · PS · PL(Master IP 포함) · GPIO 네 영역으로 구성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GPIO를 통해 Slave와 TX/RX 시리얼로 연결 — 이후 슬라이드에서 블록을 하나씩 확대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aster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61599"/>
            <a:ext cx="8046720" cy="2186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GPIO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GND / RX 포트 / TX 포트로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TX·RX는 PL(Master IP)과 Slave 사이를 잇는 물리 연결 — 외부 장치-PS-PL 경로와는 분리된 통신 채널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m_gp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916974"/>
            <a:ext cx="3749040" cy="16067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PS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테스트 장치에서 초깃값을 입력받아 Master를 초기 구동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구동 중인 Master 값을 주기적으로 읽고, Master가 발생시키는 인터럽트를 수신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_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187" y="1783080"/>
            <a:ext cx="765362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PL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 · 푸시버튼 · DIP 스위치 · 7-seg와 Master IP로 보드 자체의 입출력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LED는 RX/TX 이진 신호를 그대로 받아 통신 상태를 표시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DIP 스위치·7-seg는 슬롯별 통신 상태와 수신 데이터를 출력 — Master IP가 이들을 조율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m_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653968"/>
            <a:ext cx="3749040" cy="21327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Master IP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PS에서 설정값을 받아 동기 메시지를 송신, 각 Slave의 응답을 수신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에러·데이터 전송 여부·형식·슬롯 침범 여부를 확인해 내부에서 고장 처리 후 PS에 보고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_master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87258"/>
            <a:ext cx="8046720" cy="21348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전체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 · PL(Slave IP 포함) 두 영역으로 구성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GPIO를 통해 Master와 TX/RX 시리얼로 연결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slave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6404" y="1783080"/>
            <a:ext cx="7871192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GPIO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GND / RX 포트 / TX 포트로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RX·TX는 LED에 직결되어 통신 상태를 표시 (Master와 표현 통일)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s_gp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618103"/>
            <a:ext cx="3749040" cy="22044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PL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LED와 Slave IP로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구조는 단순하지만 일관성을 위해 동일하게 확대해서 표시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s_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484484"/>
            <a:ext cx="3749040" cy="24717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Slave IP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동기 메시지를 받으면 자신의 슬롯 시간대를 계산해 적시에 메시지를 전송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송신 중단을 명령하면 송신을 중지하는 등 고장 처리를 수행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s_slave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187" y="1783080"/>
            <a:ext cx="765362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멀티 슬롯 시뮬레이션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통신 시연에서는 하나의 물리 시퀀서가 8개의 슬롯(슬롯 인덱스 0~7)을 순차 처리 — 슬롯 위치가 식별자 역할을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슬롯은 자신의 타임슬롯에서 자신의 payload를 전송 (슬롯별 절대 타겟 틱을 기준으로 순회)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0~5는 AXI 레지스터, 슬롯 6~7은 외부 PL 버스에서 payload를 가져옴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시연에서는 버튼으로 payload 값을 바꾸고, 변경된 값이 Master에서 정확히 수신되는지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payload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payload 레지스터는 리셋 시 0으로 초기화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버튼을 누를 때마다 슬롯별로 정해진 값만큼 증가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8046720" cy="914400"/>
        </p:xfrm>
        <a:graphic>
          <a:graphicData uri="http://schemas.openxmlformats.org/drawingml/2006/table">
            <a:tbl>
              <a:tblPr/>
              <a:tblGrid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슬롯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증가량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+32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+64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+128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클럭 동기의 어려움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Master·Slave는 클럭을 공유하지 않음 — 클럭 오차가 통신에 치명적인 방해 요인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DIV 값을 AXI 레지스터로 설정해 클럭을 분주, Master·Slave 양쪽에 동일한 DIV 값을 쓴다고 가정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분주 클럭은 메인 클럭 / (DIV + 1)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 샘플링은 비트 구간의 중간 지점에서 1회만 수행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슬롯별 4가지 카운터(preamble_err_cnt, slot_timeout_cnt, hamming_err_cnt, silent_cnt)로 임계치 기반 고장 판정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slot_timeout_cnt는 심각한 타이밍/주소 불일치 시 즉시 255로 saturate, 약한 가드 경계 오류 시 +6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임곗값(FAULT_TH, SILENT_TH)은 PS가 AXI 레지스터로 설정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(preamble_err_cnt + slot_timeout_cnt + hamming_err_cnt) &gt; FAULT_TH 이면 halt_cmd=1 → 동기 프레임에 실어 전송 (silent_cnt는 표시용으로 합산에서 제외)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고장 처리 흐름도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슬롯마다 프리앰블 → 타이밍 → Hamming 순으로 검사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단계의 오류는 해당 카운터를 증가시킴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누적합이 FAULT_TH를 넘으면 halt_cmd=1, 이후 카운터는 동결됨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halt_cmd는 리셋 전까지 유지되며, 취소 경로는 없음</a:t>
            </a:r>
            <a:endParaRPr lang="en-US" sz="1600" dirty="0"/>
          </a:p>
        </p:txBody>
      </p:sp>
      <p:pic>
        <p:nvPicPr>
          <p:cNvPr id="4" name="Image 0" descr="/home/user/SoC_Design_and_Programming/diagrams/section3/zoom/master_fault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04499"/>
            <a:ext cx="8046720" cy="16832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broadcast 프레임의 halt_cmd(halt_mask) 필드를 수신하면 해당 슬롯은 송신 중단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다음 broadcast에서 해당 비트를 0으로 보내면 다음 사이클부터 자동으로 재개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자체 감지 고장(tx_overlap, slot_timing_invalid, pl_payload6/7_invalid, rx_ham_2bit)은 플래그로 누적되어 인터럽트 신호만 발생, 별도 조치는 없음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/ Slave 블록도</dc:title>
  <dc:subject>PptxGenJS Presentation</dc:subject>
  <dc:creator>PptxGenJS</dc:creator>
  <cp:lastModifiedBy>PptxGenJS</cp:lastModifiedBy>
  <cp:revision>1</cp:revision>
  <dcterms:created xsi:type="dcterms:W3CDTF">2026-06-21T15:07:28Z</dcterms:created>
  <dcterms:modified xsi:type="dcterms:W3CDTF">2026-06-21T15:07:28Z</dcterms:modified>
</cp:coreProperties>
</file>