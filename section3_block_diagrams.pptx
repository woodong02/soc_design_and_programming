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하드웨어 블록 구성부터 고장 처리 로직까지 구현 세부사항을 짚는다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주기적으로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87258"/>
            <a:ext cx="8046720" cy="21348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동기의 어려움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 — 클럭 오차가 통신에 치명적인 방해 요인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설정해 클럭을 분주, Master·Slave 양쪽에 동일한 DIV 값을 쓴다고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/ Slave 블록도</dc:title>
  <dc:subject>PptxGenJS Presentation</dc:subject>
  <dc:creator>PptxGenJS</dc:creator>
  <cp:lastModifiedBy>PptxGenJS</cp:lastModifiedBy>
  <cp:revision>1</cp:revision>
  <dcterms:created xsi:type="dcterms:W3CDTF">2026-06-21T16:04:43Z</dcterms:created>
  <dcterms:modified xsi:type="dcterms:W3CDTF">2026-06-21T16:04:43Z</dcterms:modified>
</cp:coreProperties>
</file>